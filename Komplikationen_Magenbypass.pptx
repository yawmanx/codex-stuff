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Komplikationen des Magenbypasses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Ein umfassender Überblick für medizinisches Fachpersonal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Übersicht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Einführung in den Magenbypass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Klassifikation der Komplikationen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Frühe postoperative Komplikationen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Späte Komplikationen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Ernährungsbedingte Mangelzustände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Psychologische Aspekte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Prävention und Management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Zusammenfassung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Einführung: Der Magenbypass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Roux-en-Y-Magenbypass (RYGB) ist der Goldstandard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Kombiniert restriktive und malabsorptive Mechanismen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Effektiver Gewichtsverlust: 60-80% des Übergewichts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Verbesserung von Komorbiditäten (Diabetes, Hypertonie)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Komplikationsrate: 10-20% insgesamt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Mortalitätsrate: &lt; 0,5% in erfahrenen Zentren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Klassifikation der Komplikationen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3"/>
                </a:solidFill>
              </a:defRPr>
            </a:pPr>
            <a:r>
              <a:t>Frühe Komplikationen (&lt; 30 Tage)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Anastomoseninsuffizienz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Blutung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Lungenembolie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Wundinfektion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Darmobstruktion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545"/>
                </a:solidFill>
              </a:defRPr>
            </a:pPr>
            <a:r>
              <a:t>Späte Komplikationen (&gt; 30 Tage)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Dumping-Syndrom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Nährstoffmängel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Stenosen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Innere Hernien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Ulzera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Frühe Postoperative Komplikationen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Anastomoseninsuffizienz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Inzidenz: 1-5% der Fälle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Häufigste Lokalisation: Gastrojejunostomie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Symptome: Tachykardie, Fieber, Bauchschmerzen, Sepsis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Diagnose: CT mit oralem Kontrastmittel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Therapie: Drainage, Antibiotika, ggf. Re-Operation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Mortalitätsrisiko ohne Behandlung: sehr hoch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Postoperative Blutung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Inzidenz: 1-4% der Patienten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Intraluminal (GI-Blutung) vs. Extraluminal (intraabdominal)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Risikofaktoren: Antikoagulation, technische Faktoren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Symptome: Hämatemesis, Meläna, Hämodynamische Instabilität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Diagnose: Endoskopie, CT-Angiographie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Therapie: Endoskopische Blutstillung, Transfusion, ggf. Re-OP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Thromboembolische Komplikationen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Tiefe Venenthrombose (TVT): 0,3-1,2%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Lungenembolie (LE): 0,2-1%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Haupttodesursache nach bariatrischer Chirurgie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Risikofaktoren: Adipositas, Immobilisation, lange OP-Zeit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Prävention: Frühmobilisation, Kompressionsstrümpfe, Heparin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Therapie: Antikoagulation, ggf. Lyse oder Thrombektomie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Infektiöse Komplikationen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Wundinfektion: 2-8% (seltener bei laparoskopischem Zugang)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Intraabdomineller Abszess: 1-2%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Pneumonie: 0,5-2%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Risikofaktoren: Diabetes, Immunsuppression, lange OP-Dauer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Prävention: Perioperative Antibiotikaprophylaxe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Therapie: Antibiotika, Drainage, Wundpflege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Späte Komplikationen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Dumping-Syndrom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3"/>
                </a:solidFill>
              </a:defRPr>
            </a:pPr>
            <a:r>
              <a:t>Frühdumping (15-30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Übelkeit, Erbrechen, Krämpfe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Diarrhoe, Blähungen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Schwitzen, Tachykardie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Ursache: Schnelle Magenentleerung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3545"/>
                </a:solidFill>
              </a:defRPr>
            </a:pPr>
            <a:r>
              <a:t>Spätdumping (1-3 Stunden)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Hypoglykämie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Schwäche, Zittern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Schweißausbrüche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Ursache: Überschießende Insulinsekretion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Management des Dumping-Syndroms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Prävalenz: 20-50% der Bypass-Patienten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Ernährungsmodifikation ist Therapie der ersten Wahl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Kleine, häufige Mahlzeiten (5-6 pro Tag)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Reduktion von Einfachzuckern und raffinierten Kohlenhydraten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Trennung von Essen und Trinken (30 min Abstand)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Medikamentös: Acarbose, Octreotid bei therapierefraktären Fällen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Ernährungsbedingte Mangelzustände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Vitaminmangelzustände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Vitamin B12: 30-70% (fehlender Intrinsic-Faktor)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Vitamin D: 50-80% (Malabsorption, wenig Sonnenlicht)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Folsäure: 15-35%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Vitamin B1 (Thiamin): 10-20% (Wernicke-Enzephalopathie!)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Vitamin A: 10-15%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Lebenslange Supplementierung erforderlich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Mineralstoffmängel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Eisenmangel: 20-50% (häufigste Anämieursache)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Kalziummangel: 10-25% (Osteoporose-Risiko)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Zinkmangel: 10-40% (Haarausfall, Wundheilungsstörungen)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Magnesium: 5-15%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Kupfermangel: selten, aber schwere neurologische Folgen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Regelmäßige Laborkontrollen sind essentiell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Anastomosenstenose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Inzidenz: 3-12% an der Gastrojejunostomie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Typische Präsentation: 4-8 Wochen postoperativ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Symptome: Dysphagie, Übelkeit, Erbrechen nach Mahlzeiten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Ursachen: Ischämie, Narbenbildung, technische Faktoren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Diagnose: Endoskopie mit Strikturnachweis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Therapie: Endoskopische Ballondilatation (oft mehrfach nötig)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Innere Hernien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Inzidenz: 2-5% (häufiger nach laparoskopischem Bypass)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Entstehung durch Mesenteriallücken (Petersen-Hernie)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Symptome: Kolikartige Bauchschmerzen, oft postprandial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Gefahr: Darminkarzeration mit Ischämie und Nekrose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Diagnose: CT-Abdomen (Wirbelzeichen des Mesenteriums)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Therapie: Operative Revision (oft laparoskopisch)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Marginalulzera (Anastomosenulzera)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Inzidenz: 1-16% der Patienten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Lokalisation: Jejunale Seite der Gastrojejunostomie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Risikofaktoren: Rauchen, NSAR, H. pylori, große Pouch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Symptome: Epigastrische Schmerzen, Übelkeit, GI-Blutung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Diagnose: Ösophagogastroduodenoskopie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Therapie: PPI-Hochdosis, Raucherentwöhnung, H. pylori-Eradikation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Cholelithiasis nach Magenbypass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Inzidenz: 30-40% entwickeln Gallensteine nach Bypass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Ursache: Schneller Gewichtsverlust → Cholesterinübersättigung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Symptome: Rechtsseitige Oberbauchschmerzen, Koliken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Prävention: Ursodeoxycholsäure in den ersten 6 Monaten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Therapie: Laparoskopische Cholezystektomie bei Symptomen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Einige Zentren führen prophylaktische Cholezystektomie durch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Psychologische Komplikationen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Depressionen: Erhöhtes Risiko in den ersten Jahren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Suchtverschiebung: Alkohol, Medikamente, Kaufsucht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Essstörungen: Transfer Addiction Syndrome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Beziehungsprobleme nach drastischer Gewichtsabnahme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Suizidalität: Erhöhtes Risiko (besonders Jahre 2-5)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Lebenslange psychologische Betreuung empfohlen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Prävention und Langzeitmanagement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Präoperative Patientenselektion und -edukation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Strukturiertes Nachsorgeprogramm (lebenslang)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Regelmäßige Laborkontrollen: alle 3-6 Monate initial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Multivitamin- und Mineralstoffsupplementierung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Ernährungsberatung und Verhaltenstherapie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Interdisziplinäres Team: Chirurg, Internist, Ernährungsberater, Psychologe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Zusammenfassung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Kernbotschaften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Magenbypass ist effektiv, aber mit Risiken verbunden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Frühe Komplikationen erfordern sofortiges Handeln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Späte Komplikationen erfordern Vigilanz und Nachsorge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Nährstoffmängel sind häufig und behandelbar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Lebenslange Nachsorge ist unerlässlich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Interdisziplinäre Betreuung verbessert Outcomes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Vielen Dank für Ihre Aufmerksamkeit!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Fragen?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